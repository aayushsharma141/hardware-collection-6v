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57200"/>
            <a:ext cx="2377440" cy="2377440"/>
          </a:xfrm>
          <a:prstGeom prst="oval">
            <a:avLst/>
          </a:prstGeom>
          <a:solidFill>
            <a:srgbClr val="E8522A">
              <a:alpha val="2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772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288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JAMSHEDPUR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731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11887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749040" y="18288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3749040" y="2743200"/>
            <a:ext cx="5029200" cy="27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2880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Local Conversion Model  |  90-Day Execution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4904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8952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4904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Competitive Analysis &amp; Growth Roadmap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4-Pillar Local Conversion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in Jamshedpur discover, evaluate, and visit local hardware shops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188720"/>
            <a:ext cx="3474720" cy="54864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12984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4992" y="1225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64992" y="14813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Awareness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94660" y="1874520"/>
            <a:ext cx="3154680" cy="5486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5012" y="1911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5012" y="2167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2560320"/>
            <a:ext cx="2834640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6700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85032" y="2596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Listing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85032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Reviews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314700" y="3246120"/>
            <a:ext cx="2514600" cy="5486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28" y="335584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5052" y="3282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Inquiry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845052" y="3538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Availability, Info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04164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05072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&amp; Purchase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05072" y="4224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Conversion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583680" y="1188720"/>
            <a:ext cx="23317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0" y="1188720"/>
            <a:ext cx="2331720" cy="4572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675120" y="1280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FUNNEL?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6751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#1 communication tool in Jamshedpur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market: 65%+ searches on phone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competition from local hardware shops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builds brand recall before search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82880" y="11887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82880" y="1143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82880" y="25603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82880" y="2514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82880" y="3931920"/>
            <a:ext cx="21945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82880" y="38862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Priority Order — What to Build First &amp;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based on Jamshedpur Tier-2 market behaviour and conversion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0" cy="84124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130759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62456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2161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00200" y="1655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908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121615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high-intent buyers already searching 'hardware shop Sakchi' — direct revenue impact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121615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ready to buy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creative effort needed from buyer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10312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103120"/>
            <a:ext cx="640080" cy="84124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05840" y="2267712"/>
            <a:ext cx="502920" cy="502920"/>
          </a:xfrm>
          <a:prstGeom prst="oval">
            <a:avLst/>
          </a:prstGeom>
          <a:solidFill>
            <a:srgbClr val="25D366">
              <a:alpha val="85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322576"/>
            <a:ext cx="374904" cy="3749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2176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00200" y="26151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7–14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06908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6240" y="217627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GBP traffic into actual inquiries — the primary communication channel for Jamshedpur buyers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85800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95160" y="217627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inquiry tool in Tier-2 cities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inquiry-to-visit conversion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instant, personal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063240"/>
            <a:ext cx="64008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1005840" y="322783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282696"/>
            <a:ext cx="374904" cy="37490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60020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Landing Page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600200" y="3575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14–30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06908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206240" y="313639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credibility and boosts SEO authority — supports all other pillars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85800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995160" y="313639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legitimacy to Google algorithm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paid advertising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leads via forms &amp; calls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274320" y="4023360"/>
            <a:ext cx="640080" cy="84124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432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1005840" y="4187952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242816"/>
            <a:ext cx="374904" cy="37490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60020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600200" y="4535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21–45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06908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206240" y="409651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top-of-funnel awareness and brand recall — feeds Google Search volume over time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85800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995160" y="409651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brand before purchase intent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seasonal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presence in Sakchi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Google Business Profile (GBP)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high-intent customers already searching for hardware in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 ACTIONS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078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7282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6642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categories: Hardware Store (primary) + Plumbing, Paints, Electrical, Builders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213055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1579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2093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80+ photos: storefront, products, staff, customer experience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1480" y="2560320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5877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25237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Keyword-rich business description: mention Sakchi, Jamshedpur, key products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11480" y="2990088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0175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4672" y="29535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200 reviews: WhatsApp requests, QR codes, staff training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1480" y="3419856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447288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" y="3383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Google Posts per week: offers, new stock, Hindi + English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11480" y="384962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3877056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04672" y="3813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Q&amp;As: delivery, timings, contractor pricing, brands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11480" y="427939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" y="430682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04672" y="42428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 listings with prices in GBP product catalogue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663440" y="11430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663440" y="1143000"/>
            <a:ext cx="4206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75488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90 DAYS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206240" cy="1216152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371600"/>
              </a:tblGrid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Shape 24"/>
          <p:cNvSpPr/>
          <p:nvPr/>
        </p:nvSpPr>
        <p:spPr>
          <a:xfrm>
            <a:off x="466344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4663440" y="2926080"/>
            <a:ext cx="420624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475488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SEARCH TERMS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4800600" y="3429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shop Sakchi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800600" y="3675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4" name="Text 33"/>
          <p:cNvSpPr/>
          <p:nvPr/>
        </p:nvSpPr>
        <p:spPr>
          <a:xfrm>
            <a:off x="4800600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handles dealer Sakchi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480060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near me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800600" y="44165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shop Jamshedpur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4800600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ki dukan Sakchi (Hindi)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WhatsApp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Google search traffic into real inquiries and store visits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OPTIMIZATION CHECKLIST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373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16916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Setup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19202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name, category, address, business hours, profile photo, website link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4028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24231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products with photos, prices, and descriptions: fittings, paints, tools, cement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274320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697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Message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2926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'Welcome to Hardware Collection, Sakchi! How can we help you today?'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3200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Message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22960" y="34290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after hours: 'We're closed now. Open at [time]. Your query will be answered first thing!'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74904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3703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2960" y="3931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Pre-saved: prices, location, delivery info, contractor discounts, product availability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42519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2960" y="42062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System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22960" y="44348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chats: New Inquiry, Follow-up, Order Placed, Regular Customer, Contractor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852160" y="1143000"/>
            <a:ext cx="30175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852160" y="1143000"/>
            <a:ext cx="3017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QUICK REPLY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89320" y="1664208"/>
            <a:ext cx="2743200" cy="1417320"/>
          </a:xfrm>
          <a:prstGeom prst="rect">
            <a:avLst/>
          </a:prstGeom>
          <a:solidFill>
            <a:srgbClr val="1A3A2A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80760" y="17190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7A72B"/>
                </a:solidFill>
              </a:rPr>
              <a:t>Customer: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 you have premium bathroom fittings?
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5D366"/>
                </a:solidFill>
              </a:rPr>
              <a:t>Hardware Collection: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Yes! We stock Jaquar, Hindware &amp; Cera. Visit us at Sakchi or call for prices. Delivery available!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52160" y="3383280"/>
            <a:ext cx="3017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852160" y="3383280"/>
            <a:ext cx="30175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34472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989320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Inquiries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9808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per day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98932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Inquiry→Visit Rate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4069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89320" y="4315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98080" y="4315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989320" y="4562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98080" y="4562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Website /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headquarters to support SEO, credibility, and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PAGE STRUCTURE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99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image, key products, WhatsApp CTA, Google Maps embed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212848"/>
            <a:ext cx="54864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194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Paints, Electrical, Hardware, Sanitary, Tools — keyword-rich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715768"/>
            <a:ext cx="54864" cy="34747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story, years of experience, owner photo, trust signals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218688"/>
            <a:ext cx="54864" cy="34747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Bistupur, Kadma, Jugsalai, Telco — local SEO pages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72160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Map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consistent with GMB, embedded Google Map, WhatsApp button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4224528"/>
            <a:ext cx="54864" cy="34747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/ Blog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deals, product guides, 'How to' content for SEO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34840" y="1143000"/>
            <a:ext cx="4434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34840" y="1143000"/>
            <a:ext cx="4434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280" y="1207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KEYWORD TARGET PAGES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26280" y="1682496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170078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1700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 + H1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26280" y="1975104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19933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hardware Sakchi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086600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product page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26280" y="2267712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44568" y="22860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hardware store Jamshedpur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86600" y="2286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landing page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26280" y="2560320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44568" y="25786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supplies near me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86600" y="2578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page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26280" y="2852928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44568" y="28712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Sakchi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086600" y="2871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blog content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434840" y="3246120"/>
            <a:ext cx="4434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34840" y="3246120"/>
            <a:ext cx="4434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26280" y="33101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526280" y="37124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Website Visitors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7223760" y="371246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300–600 / month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526280" y="39959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223760" y="39959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leads / month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26280" y="42793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Ranking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223760" y="42793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results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526280" y="45628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Authority Boost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223760" y="456285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profile views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Instagram &amp; Facebook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 awareness, brand recall, and drive discovery traffic to Google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Stock Arrivals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Photo/reel of new products: 'New Jaquar fittings just arrived at Hardware Collection, Sakchi!'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27832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188720"/>
            <a:ext cx="2788920" cy="5486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325880"/>
            <a:ext cx="502920" cy="502920"/>
          </a:xfrm>
          <a:prstGeom prst="oval">
            <a:avLst/>
          </a:prstGeom>
          <a:solidFill>
            <a:srgbClr val="1877F2">
              <a:alpha val="85000"/>
            </a:srgbClr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Stories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64992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renovation photos, happy customer testimonials — builds trust and social proof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81344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1188720"/>
            <a:ext cx="2788920" cy="54864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18504" y="1325880"/>
            <a:ext cx="502920" cy="502920"/>
          </a:xfrm>
          <a:prstGeom prst="oval">
            <a:avLst/>
          </a:prstGeom>
          <a:solidFill>
            <a:srgbClr val="F7A72B">
              <a:alpha val="85000"/>
            </a:srgbClr>
          </a:solidFill>
          <a:ln w="12700">
            <a:solidFill>
              <a:srgbClr val="F7A7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8988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Offers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18504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Diwali, Durga Puja, Republic Day discount posts — drive urgency and footfall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1480" y="2834640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898648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4128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11480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tours, unboxing new shipments, staff introductions — humanizes the brand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27832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27832" y="2697480"/>
            <a:ext cx="2788920" cy="5486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2834640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98648"/>
            <a:ext cx="374904" cy="374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77640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64992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you know?' posts: how to choose the right fittings, paint selection tips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81344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81344" y="2697480"/>
            <a:ext cx="278892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18504" y="2834640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898648"/>
            <a:ext cx="374904" cy="374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31152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Geotags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18504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tag: Sakchi, Bistupur, Jubilee Park, Jamshedpur — boosts local discovery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15968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2688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932688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Target</a:t>
            </a:r>
            <a:endParaRPr lang="en-US" sz="9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4912" y="4315968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108960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3108960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Reach</a:t>
            </a:r>
            <a:endParaRPr lang="en-US" sz="9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4315968"/>
            <a:ext cx="292608" cy="2926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285232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10–20/month</a:t>
            </a:r>
            <a:endParaRPr lang="en-US" sz="1600" dirty="0"/>
          </a:p>
        </p:txBody>
      </p:sp>
      <p:sp>
        <p:nvSpPr>
          <p:cNvPr id="51" name="Text 40"/>
          <p:cNvSpPr/>
          <p:nvPr/>
        </p:nvSpPr>
        <p:spPr>
          <a:xfrm>
            <a:off x="5285232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Inquiries</a:t>
            </a:r>
            <a:endParaRPr lang="en-US" sz="9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4315968"/>
            <a:ext cx="292608" cy="29260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461504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5×/week</a:t>
            </a:r>
            <a:endParaRPr lang="en-US" sz="1600" dirty="0"/>
          </a:p>
        </p:txBody>
      </p:sp>
      <p:sp>
        <p:nvSpPr>
          <p:cNvPr id="54" name="Text 42"/>
          <p:cNvSpPr/>
          <p:nvPr/>
        </p:nvSpPr>
        <p:spPr>
          <a:xfrm>
            <a:off x="7461504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Frequency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— Jamshedpur vs Metro Cities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&amp; agency pricing analysis across Tier-2 and Tier-1 markets (INR)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8595360" cy="3200400"/>
        </p:xfrm>
        <a:graphic>
          <a:graphicData uri="http://schemas.openxmlformats.org/drawingml/2006/table">
            <a:tbl>
              <a:tblPr/>
              <a:tblGrid>
                <a:gridCol w="1874520"/>
                <a:gridCol w="1097280"/>
                <a:gridCol w="1097280"/>
                <a:gridCol w="1005840"/>
                <a:gridCol w="1005840"/>
                <a:gridCol w="100584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 Setup &amp;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₹3k–7k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₹18k–28k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₹22k–35k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₹2k–5k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/ Website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(monthly)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₹50k–90k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Bundle (one-time)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₹65k–120k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₹55k–95k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₹60k–110k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₹75k–130k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80560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Green = Jamshedpur pricing — 60–75% cheaper than metro rates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4480560"/>
            <a:ext cx="42062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Negotiate bundle pricing: Target ₹12k–18k for GMB + WhatsApp + Landing Page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Metro Agencies Cost More — &amp; Why You Don't Need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 of what you actually need vs. what metro agencies charge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METRO AGENCIES CHARGE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282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Tool Subscriptions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₹5k–15k/mo overhead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Design Teams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505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person teams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7340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 Managers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953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specialists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236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Analytics Platforms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Office &amp; Overhead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959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real estate costs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242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Consultants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4622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campaign scope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143000"/>
            <a:ext cx="42976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NEED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1728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Expert (Tier-2 Market)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1947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Jamshedpur search patterns, local keywords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10912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Setup Specialist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24505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quick replies, automation flows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2734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Landing Page Developer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10912" y="2953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fast, SEO-optimised, ₹5k–12k total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10912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 (Local)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local culture, festivals, Hindi content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10912" y="3739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 Coach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1091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staff, creates QR systems, manages responses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10912" y="4242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Reporting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4462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dashboard: calls, views, directions, reviews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Strategy — Getting the Best Deal from Freelancers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negotiate with remote or local digital marketing freelancers effectively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26464"/>
            <a:ext cx="411480" cy="411480"/>
          </a:xfrm>
          <a:prstGeom prst="oval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26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Tier-2 Market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1664208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8249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target audience is local Sakchi customers. We need pricing aligned with Tier-2 market rates, not metro campaign budgets."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353312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26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Typically reduces quoted price by 20–30%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130552"/>
            <a:ext cx="411480" cy="4114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Bundle Package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2368296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38658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bundle GMB optimization + WhatsApp setup + Landing Page together? We're looking for a complete solution at ₹12k–₹18k."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2057400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Saves 25–40% vs. buying services individually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411480" cy="411480"/>
          </a:xfrm>
          <a:prstGeom prst="oval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Outcomes, Not Tasks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3072384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09067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"We'd like to tie payment milestones to results: 50% upfront, 50% when we hit 50 reviews and Top 5 Maps ranking."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Aligns freelancer incentives with your business goals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38728"/>
            <a:ext cx="411480" cy="4114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Testimonial &amp; Referral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4400" y="3776472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79476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results are good, we'll refer you to 3–4 other businesses in Sakchi and give you a strong Google review."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3465576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Often earns 15–25% discount in exchange for portfolio case study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242816"/>
            <a:ext cx="411480" cy="411480"/>
          </a:xfrm>
          <a:prstGeom prst="oval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with Competitive Quotes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4400" y="4480560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4988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received quotes from two other freelancers. Your work looks best — can you match ₹X so we can move forward with you?"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4169664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242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Creates urgency; most freelancers will negotiate to close the deal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Execution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action plan for Hardware Collection,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59436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(Days 1–30)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fully optimize GBP profile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30+ photos (storefront, products, staff)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with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greeting, away &amp; quick replies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review generation (target: 15 reviews)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keyword research for Jamshedpur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existing citations for NAP consistency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88720"/>
            <a:ext cx="2788920" cy="5943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(Days 31–60)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basic landing page / website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products to GBP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review campaign (target: 20 more)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3 Google Posts per week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15+ local citations (Justdial, Sulekha, etc.)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Instagram &amp; Facebook pages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 on GBP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88720"/>
            <a:ext cx="27889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(Days 61–90)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festival / seasonal social media campaigns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short video content (Reels, product demos)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Ads (₹200–500/day)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website for local SEO keywords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200 review target — sprint push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GBP Insights and double down on winners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Top 3 Google Maps ranking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Expected Outcomes — All 4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Collection, Sakchi | Consolidated performance projections and ROI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011680" cy="457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1615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80160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→ 200+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50592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143000"/>
            <a:ext cx="2011680" cy="45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42032" y="1216152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80160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36392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42032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→ 80–100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26864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14300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18304" y="121615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80160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12664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Requests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8304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→ 120+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03136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03136" y="1143000"/>
            <a:ext cx="20116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94576" y="1216152"/>
            <a:ext cx="502920" cy="502920"/>
          </a:xfrm>
          <a:prstGeom prst="oval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280160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8936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Increase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94576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+50%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74320" y="2697480"/>
            <a:ext cx="8595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2697480"/>
            <a:ext cx="8595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11480" y="27614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PILLAR-BY-PILLAR OUTCOME SUMMARY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99816"/>
          <a:ext cx="8595360" cy="1764792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463040"/>
                <a:gridCol w="1371600"/>
                <a:gridCol w="2377440"/>
              </a:tblGrid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GMB / Google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search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Direct walk-ins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20–40%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digital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Visitors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Lead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Instagram/Facebook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brand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Long-term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70348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 digital strategy is a customer lost to your competitor.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103120"/>
            <a:ext cx="502920" cy="502920"/>
          </a:xfrm>
          <a:prstGeom prst="oval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167128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 Google Business Profile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9748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2011680"/>
            <a:ext cx="1828800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5848" y="2103120"/>
            <a:ext cx="502920" cy="502920"/>
          </a:xfrm>
          <a:prstGeom prst="oval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167128"/>
            <a:ext cx="374904" cy="374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8892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8892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catalogue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201168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21808" y="2103120"/>
            <a:ext cx="502920" cy="502920"/>
          </a:xfrm>
          <a:prstGeom prst="oval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67128"/>
            <a:ext cx="374904" cy="3749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5488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local landing page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62940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29400" y="2011680"/>
            <a:ext cx="182880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287768" y="2103120"/>
            <a:ext cx="502920" cy="502920"/>
          </a:xfrm>
          <a:prstGeom prst="oval">
            <a:avLst/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167128"/>
            <a:ext cx="374904" cy="3749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084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72084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Instagram &amp; Facebook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Target: Top 3 Google Maps Ranking in 90 Days — Sakchi, Jamshedpur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Sakchi, Jamshedpur  |  Digital Marketing Strategy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Collection Sakchi – Digital Marketing Strategy</dc:title>
  <dc:subject>PptxGenJS Presentation</dc:subject>
  <dc:creator>PptxGenJS</dc:creator>
  <cp:lastModifiedBy>PptxGenJS</cp:lastModifiedBy>
  <cp:revision>1</cp:revision>
  <dcterms:created xsi:type="dcterms:W3CDTF">2026-03-08T08:25:06Z</dcterms:created>
  <dcterms:modified xsi:type="dcterms:W3CDTF">2026-03-08T08:25:06Z</dcterms:modified>
</cp:coreProperties>
</file>